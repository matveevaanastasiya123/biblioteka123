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66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40"/>
    <a:srgbClr val="EAC0C7"/>
    <a:srgbClr val="EBBEC3"/>
    <a:srgbClr val="DFA1AB"/>
    <a:srgbClr val="EFD0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E42C5-CB94-4B13-BF34-ABDBA38CC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5584AB-EB41-4BAB-B57B-30FB661FC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E4006B-29A9-45F8-AC5E-D8227512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35C2-2487-418D-8E73-9A7279191D3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BF8917-40EF-4335-B1F4-5E48E776C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FB9E97-1CD7-4751-98FC-378F1E25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B2C12-EAE5-4BE2-B99E-CBD5479A8D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033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311B8-5DB8-42C5-8F33-57180DCF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A97D19-ABF3-43B1-8525-3576FE177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F96B14-D548-42D7-984E-273C45340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35C2-2487-418D-8E73-9A7279191D3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B4EA78-A589-49FD-A9CE-D64B4802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6C1371-0B3D-4D7E-87CF-C664C8478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B2C12-EAE5-4BE2-B99E-CBD5479A8D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80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976025-2928-4F1F-B196-C0A0F55E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72AD17-6C50-4F3D-85A9-17AE6389D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5A6EA0-6235-4C84-B372-C88F881E6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35C2-2487-418D-8E73-9A7279191D3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EFE69F-FCF0-4C7B-A84A-2B9DA8E6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751D75-9CD1-49F4-994B-E3C44F14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B2C12-EAE5-4BE2-B99E-CBD5479A8D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469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BDB76F-08FF-4A2B-8120-BDC2D13C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A62022-1C8F-44A0-AD6D-EA0F38016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4406F7-3993-4B11-830F-269CDD913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BFDF42-1D0A-4AD6-AD33-27B1D671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35C2-2487-418D-8E73-9A7279191D3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1C8E86-417B-48AA-8388-BA0356C3A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77A1CF-4A65-4642-B82A-7ED4CE80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B2C12-EAE5-4BE2-B99E-CBD5479A8D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26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1CEC19-2B9A-4C5E-96C0-B3D717FB7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AC649B-0706-41F3-BEBB-8E304A85B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6130A39-978E-4F6B-989F-FD4EDE6C8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D0BBB-E195-4067-910B-994363BF95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43BDC40-DB63-43D7-81BE-72287BC2AB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4226A8A-9908-4BAA-94B2-D543F157C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35C2-2487-418D-8E73-9A7279191D3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0A7048B-5DC4-471D-AC4A-8897F213F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11B60E-B73E-4CE6-A6DF-1362C69A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B2C12-EAE5-4BE2-B99E-CBD5479A8D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46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14425-F048-4355-AA8C-70729E578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4E90BF-598B-47CD-A69E-C9DA0F75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35C2-2487-418D-8E73-9A7279191D3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E1A7C32-BA6C-4169-8315-9E63CED8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D07897-F9F8-4F5A-BFE2-46BD01D9C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B2C12-EAE5-4BE2-B99E-CBD5479A8D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64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FA7003E-888D-44E5-87C5-01057BE3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35C2-2487-418D-8E73-9A7279191D3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83EA292-3C8E-481E-A97F-06C35C08F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F054FD-8098-4A5B-9655-A4530695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B2C12-EAE5-4BE2-B99E-CBD5479A8D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113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FE354-63B9-4BCB-A469-3F6871C2F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16F00-7CB1-42FE-9A0A-481FF3B1E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AA8F95B-5C78-4886-9C4F-5A73F28D0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7DB7C7-5264-4DAE-B892-0AF41377D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35C2-2487-418D-8E73-9A7279191D3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4AC0B5-2257-40F2-BCB6-9BCBFC3B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F4C411-D2FC-481C-8169-0FA3F703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B2C12-EAE5-4BE2-B99E-CBD5479A8D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398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98A96-3EA3-4E7A-BC2C-41B7BDB5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BE9E9D7-1BD3-4EE3-BB91-F449949FB0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FFCC1D-F9F2-47FA-9C03-16A4C0D21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F58681-4381-4B01-A667-C7B3FF03A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35C2-2487-418D-8E73-9A7279191D3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40B599-8F9F-4538-87DD-8640E08BD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4761B2-EB4B-45B2-8BE6-27AD98D39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B2C12-EAE5-4BE2-B99E-CBD5479A8D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27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F51E21-2C08-445D-88F0-D1235248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40DAF4-0704-4D1F-AE01-8B665C95F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8E62C1-5BEC-43F9-9ACF-A3CFCE854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35C2-2487-418D-8E73-9A7279191D3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213AB4-AF1D-4FF3-9FDF-591CD01AD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E7812E-B8B1-4336-ADAC-50AFFE97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B2C12-EAE5-4BE2-B99E-CBD5479A8D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291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EACA3CD-F2D3-429C-A3B3-B3206A3EE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8ADA56-6B84-45DE-BFFD-C72762619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41339A-5754-4B90-9D02-27EFB8FF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35C2-2487-418D-8E73-9A7279191D3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E163E2-9B6D-4C7E-83D1-A33C004A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FC309F-3413-4AB1-9D0C-9A859B3F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B2C12-EAE5-4BE2-B99E-CBD5479A8D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53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BE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929A-3D87-4B36-AD4F-ABFAEA616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38D177-9D8E-4FCA-812D-66462C260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16F79E-7839-41E0-9DC8-F34FFB770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535C2-2487-418D-8E73-9A7279191D3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10C3E4-1F01-4E7E-BB3E-98740DE6F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B543D3-E9AC-4118-B897-EFBE9C3F9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B2C12-EAE5-4BE2-B99E-CBD5479A8D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761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633971-4B1C-4B0C-9A06-A210B9069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2357" y="2678144"/>
            <a:ext cx="9708682" cy="1735221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Bahnschrift Light SemiCondensed" panose="020B0502040204020203" pitchFamily="34" charset="0"/>
              </a:rPr>
              <a:t>Проект</a:t>
            </a:r>
            <a:br>
              <a:rPr lang="ru-RU" dirty="0">
                <a:latin typeface="Bahnschrift Light SemiCondensed" panose="020B0502040204020203" pitchFamily="34" charset="0"/>
              </a:rPr>
            </a:br>
            <a:r>
              <a:rPr lang="ru-RU" dirty="0">
                <a:latin typeface="Bahnschrift Light SemiCondensed" panose="020B0502040204020203" pitchFamily="34" charset="0"/>
              </a:rPr>
              <a:t>«Консольное приложение «</a:t>
            </a:r>
            <a:r>
              <a:rPr lang="ru-RU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Библиотека</a:t>
            </a:r>
            <a:r>
              <a:rPr lang="ru-RU" dirty="0">
                <a:latin typeface="Bahnschrift Light SemiCondensed" panose="020B0502040204020203" pitchFamily="34" charset="0"/>
              </a:rPr>
              <a:t>» 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ED818-9BEF-4E6C-BDEC-3311C2CDEDB8}"/>
              </a:ext>
            </a:extLst>
          </p:cNvPr>
          <p:cNvSpPr txBox="1"/>
          <p:nvPr/>
        </p:nvSpPr>
        <p:spPr>
          <a:xfrm>
            <a:off x="2231588" y="337690"/>
            <a:ext cx="73597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Bahnschrift Light SemiCondensed" panose="020B0502040204020203" pitchFamily="34" charset="0"/>
              </a:rPr>
              <a:t>Финансовый университет при правительстве Российской Федерации</a:t>
            </a:r>
          </a:p>
          <a:p>
            <a:pPr algn="ctr"/>
            <a:r>
              <a:rPr lang="ru-RU" sz="2000" dirty="0">
                <a:latin typeface="Bahnschrift Light SemiCondensed" panose="020B0502040204020203" pitchFamily="34" charset="0"/>
              </a:rPr>
              <a:t>Колледж информатики и программирования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09A67F-691A-48CB-A5AD-4B00CE4A01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947" l="12360" r="82397">
                        <a14:foregroundMark x1="12360" y1="45503" x2="14607" y2="539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06" r="9144"/>
          <a:stretch/>
        </p:blipFill>
        <p:spPr>
          <a:xfrm>
            <a:off x="198776" y="0"/>
            <a:ext cx="1605776" cy="1363728"/>
          </a:xfrm>
          <a:prstGeom prst="rect">
            <a:avLst/>
          </a:prstGeom>
        </p:spPr>
      </p:pic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88556D1-75FA-481C-ACB3-197FFA0E4AFB}"/>
              </a:ext>
            </a:extLst>
          </p:cNvPr>
          <p:cNvCxnSpPr>
            <a:cxnSpLocks/>
          </p:cNvCxnSpPr>
          <p:nvPr/>
        </p:nvCxnSpPr>
        <p:spPr>
          <a:xfrm>
            <a:off x="1254492" y="1751798"/>
            <a:ext cx="9683015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0A1ACDF-F5F2-4CD6-B0A4-5044EC90BB6F}"/>
              </a:ext>
            </a:extLst>
          </p:cNvPr>
          <p:cNvCxnSpPr>
            <a:cxnSpLocks/>
          </p:cNvCxnSpPr>
          <p:nvPr/>
        </p:nvCxnSpPr>
        <p:spPr>
          <a:xfrm>
            <a:off x="1254492" y="5109411"/>
            <a:ext cx="9683015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A552FDD-C9A5-CDA3-D5ED-FA5FB0150336}"/>
              </a:ext>
            </a:extLst>
          </p:cNvPr>
          <p:cNvSpPr txBox="1"/>
          <p:nvPr/>
        </p:nvSpPr>
        <p:spPr>
          <a:xfrm>
            <a:off x="1501450" y="624866"/>
            <a:ext cx="10332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solidFill>
                  <a:srgbClr val="0048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</a:p>
        </p:txBody>
      </p:sp>
    </p:spTree>
    <p:extLst>
      <p:ext uri="{BB962C8B-B14F-4D97-AF65-F5344CB8AC3E}">
        <p14:creationId xmlns:p14="http://schemas.microsoft.com/office/powerpoint/2010/main" val="149922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E38325-7ECD-4266-BE00-BC4162BE2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52" y="0"/>
            <a:ext cx="10515600" cy="1325563"/>
          </a:xfrm>
        </p:spPr>
        <p:txBody>
          <a:bodyPr/>
          <a:lstStyle/>
          <a:p>
            <a:r>
              <a:rPr lang="ru-RU" dirty="0">
                <a:latin typeface="Bahnschrift Light SemiCondensed" panose="020B0502040204020203" pitchFamily="34" charset="0"/>
              </a:rPr>
              <a:t>Состав команды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1097D7-5EE8-46A2-BB96-16EA6EE9C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52" y="1195941"/>
            <a:ext cx="11300320" cy="5488638"/>
          </a:xfrm>
        </p:spPr>
        <p:txBody>
          <a:bodyPr>
            <a:noAutofit/>
          </a:bodyPr>
          <a:lstStyle/>
          <a:p>
            <a:r>
              <a:rPr lang="ru-RU" sz="2400" b="1" dirty="0">
                <a:latin typeface="Bahnschrift Light SemiCondensed" panose="020B0502040204020203" pitchFamily="34" charset="0"/>
              </a:rPr>
              <a:t>Латышева Анна</a:t>
            </a:r>
          </a:p>
          <a:p>
            <a:pPr marL="0" indent="0">
              <a:buNone/>
            </a:pPr>
            <a:r>
              <a:rPr lang="ru-RU" sz="2400" dirty="0">
                <a:latin typeface="Bahnschrift Light SemiCondensed" panose="020B0502040204020203" pitchFamily="34" charset="0"/>
              </a:rPr>
              <a:t>Дочерний класс электронных книг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ahnschrift Light SemiCondensed" panose="020B0502040204020203" pitchFamily="34" charset="0"/>
              </a:rPr>
              <a:t>Логашова Мария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b="1" dirty="0">
                <a:latin typeface="Bahnschrift Light SemiCondensed" panose="020B0502040204020203" pitchFamily="34" charset="0"/>
              </a:rPr>
              <a:t>Дочерний класс «Пользователя»</a:t>
            </a:r>
          </a:p>
          <a:p>
            <a:pPr>
              <a:lnSpc>
                <a:spcPct val="100000"/>
              </a:lnSpc>
            </a:pPr>
            <a:r>
              <a:rPr lang="ru-RU" sz="2400" b="1" dirty="0" err="1">
                <a:latin typeface="Bahnschrift Light SemiCondensed" panose="020B0502040204020203" pitchFamily="34" charset="0"/>
              </a:rPr>
              <a:t>Аюрова</a:t>
            </a:r>
            <a:r>
              <a:rPr lang="ru-RU" sz="2400" b="1" dirty="0">
                <a:latin typeface="Bahnschrift Light SemiCondensed" panose="020B0502040204020203" pitchFamily="34" charset="0"/>
              </a:rPr>
              <a:t> Алия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b="1" dirty="0">
                <a:latin typeface="Bahnschrift Light SemiCondensed" panose="020B0502040204020203" pitchFamily="34" charset="0"/>
              </a:rPr>
              <a:t>Дочерний класс Журналы</a:t>
            </a:r>
          </a:p>
          <a:p>
            <a:pPr>
              <a:lnSpc>
                <a:spcPct val="100000"/>
              </a:lnSpc>
            </a:pPr>
            <a:r>
              <a:rPr lang="ru-RU" sz="2400" b="1" dirty="0">
                <a:latin typeface="Bahnschrift Light SemiCondensed" panose="020B0502040204020203" pitchFamily="34" charset="0"/>
              </a:rPr>
              <a:t>Матвеева Анастасия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dirty="0">
                <a:latin typeface="Bahnschrift Light SemiCondensed" panose="020B0502040204020203" pitchFamily="34" charset="0"/>
              </a:rPr>
              <a:t>Класс людей, дочерний класс «Библиотекарь»</a:t>
            </a:r>
          </a:p>
          <a:p>
            <a:pPr>
              <a:lnSpc>
                <a:spcPct val="100000"/>
              </a:lnSpc>
            </a:pPr>
            <a:r>
              <a:rPr lang="ru-RU" sz="2400" b="1" dirty="0">
                <a:latin typeface="Bahnschrift Light SemiCondensed" panose="020B0502040204020203" pitchFamily="34" charset="0"/>
              </a:rPr>
              <a:t>Бельских Ольга –</a:t>
            </a:r>
            <a:r>
              <a:rPr lang="ru-RU" sz="2400" b="1" dirty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 капитан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b="1" dirty="0">
                <a:latin typeface="Bahnschrift Light SemiCondensed" panose="020B0502040204020203" pitchFamily="34" charset="0"/>
              </a:rPr>
              <a:t>Класс Литературы, дочерний класс Книг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400" dirty="0">
              <a:latin typeface="Bahnschrift Light SemiCondensed" panose="020B0502040204020203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C94E467-42E1-4F55-830F-A9FEB7CA29C2}"/>
              </a:ext>
            </a:extLst>
          </p:cNvPr>
          <p:cNvCxnSpPr/>
          <p:nvPr/>
        </p:nvCxnSpPr>
        <p:spPr>
          <a:xfrm>
            <a:off x="0" y="1036173"/>
            <a:ext cx="591953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Сердце 3">
            <a:extLst>
              <a:ext uri="{FF2B5EF4-FFF2-40B4-BE49-F238E27FC236}">
                <a16:creationId xmlns:a16="http://schemas.microsoft.com/office/drawing/2014/main" id="{D101DC60-52C9-6153-EB05-0C12C0EDF32E}"/>
              </a:ext>
            </a:extLst>
          </p:cNvPr>
          <p:cNvSpPr/>
          <p:nvPr/>
        </p:nvSpPr>
        <p:spPr>
          <a:xfrm>
            <a:off x="4650828" y="173421"/>
            <a:ext cx="670035" cy="705629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286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4423E1-98A7-4491-90D6-BCB0E6A0B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13" y="236971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Класс людей, дочерний класс Библиотекарь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86F605A-2CAA-47D3-B894-6701272DDB70}"/>
              </a:ext>
            </a:extLst>
          </p:cNvPr>
          <p:cNvCxnSpPr>
            <a:cxnSpLocks/>
          </p:cNvCxnSpPr>
          <p:nvPr/>
        </p:nvCxnSpPr>
        <p:spPr>
          <a:xfrm>
            <a:off x="0" y="1251283"/>
            <a:ext cx="94905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0E47200-9698-A6BF-8A2A-2A935F4F6671}"/>
              </a:ext>
            </a:extLst>
          </p:cNvPr>
          <p:cNvSpPr txBox="1"/>
          <p:nvPr/>
        </p:nvSpPr>
        <p:spPr>
          <a:xfrm>
            <a:off x="94991" y="1531754"/>
            <a:ext cx="1048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+mj-lt"/>
              </a:rPr>
              <a:t>Класс</a:t>
            </a:r>
            <a:r>
              <a:rPr lang="ru-RU" dirty="0">
                <a:latin typeface="+mj-lt"/>
              </a:rPr>
              <a:t>: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FAE3C74-2A15-1929-B61A-9FE856FF1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40" y="1993419"/>
            <a:ext cx="3961527" cy="399099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5BC9BB7-D2BA-92AF-9B6C-026F0449B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291" y="2027571"/>
            <a:ext cx="3961527" cy="396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05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09D8-AF80-516B-F36B-DDE7DB62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30655-6D52-A7C6-7635-FF279F070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13" y="236971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000" b="1" dirty="0"/>
              <a:t>Дочерний класс Пользователя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F2D5582-F079-89C6-347D-3FBFD213AED0}"/>
              </a:ext>
            </a:extLst>
          </p:cNvPr>
          <p:cNvCxnSpPr>
            <a:cxnSpLocks/>
          </p:cNvCxnSpPr>
          <p:nvPr/>
        </p:nvCxnSpPr>
        <p:spPr>
          <a:xfrm>
            <a:off x="0" y="1251283"/>
            <a:ext cx="94905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33E57A-7ED8-1185-343F-D1A69B70B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149" y="1896615"/>
            <a:ext cx="3425009" cy="4243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402AD5-5D58-40F6-8CCB-F8A2AB91C283}"/>
              </a:ext>
            </a:extLst>
          </p:cNvPr>
          <p:cNvSpPr txBox="1"/>
          <p:nvPr/>
        </p:nvSpPr>
        <p:spPr>
          <a:xfrm>
            <a:off x="1351722" y="1803931"/>
            <a:ext cx="1073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+mj-lt"/>
              </a:rPr>
              <a:t>Класс</a:t>
            </a:r>
            <a:r>
              <a:rPr lang="ru-RU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1572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7DFB8-0BBD-43C7-9B3F-F1B9D5E7C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AEB4E-E45F-2215-12A9-9FF843062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13" y="236971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000" b="1" dirty="0"/>
              <a:t>Класс Литературы, дочерний класс Книг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019567A-0DB4-58C9-6294-FAB0B16718A8}"/>
              </a:ext>
            </a:extLst>
          </p:cNvPr>
          <p:cNvCxnSpPr>
            <a:cxnSpLocks/>
          </p:cNvCxnSpPr>
          <p:nvPr/>
        </p:nvCxnSpPr>
        <p:spPr>
          <a:xfrm>
            <a:off x="0" y="1251283"/>
            <a:ext cx="94905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349FF6-995F-AB4B-6526-336201662209}"/>
              </a:ext>
            </a:extLst>
          </p:cNvPr>
          <p:cNvSpPr txBox="1"/>
          <p:nvPr/>
        </p:nvSpPr>
        <p:spPr>
          <a:xfrm>
            <a:off x="1351722" y="1803931"/>
            <a:ext cx="1073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+mj-lt"/>
              </a:rPr>
              <a:t>Класс</a:t>
            </a:r>
            <a:r>
              <a:rPr lang="ru-RU" dirty="0"/>
              <a:t>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E31259-15A6-C681-F02A-40360CBDD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931" y="1961525"/>
            <a:ext cx="3774275" cy="405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8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E5E0C-5112-BD78-7CFC-5951B32F8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3AC648-7E68-DFB2-261E-E25CB3FD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13" y="236971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000" b="1" dirty="0"/>
              <a:t>Дочерний класс Журналы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8DDDD1F-B7AC-882D-57B3-8EFD94D543F5}"/>
              </a:ext>
            </a:extLst>
          </p:cNvPr>
          <p:cNvCxnSpPr>
            <a:cxnSpLocks/>
          </p:cNvCxnSpPr>
          <p:nvPr/>
        </p:nvCxnSpPr>
        <p:spPr>
          <a:xfrm>
            <a:off x="0" y="1251283"/>
            <a:ext cx="94905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D3E848D-1F6C-CA06-8E30-9B34A1C8D6C3}"/>
              </a:ext>
            </a:extLst>
          </p:cNvPr>
          <p:cNvSpPr txBox="1"/>
          <p:nvPr/>
        </p:nvSpPr>
        <p:spPr>
          <a:xfrm>
            <a:off x="1351722" y="1803931"/>
            <a:ext cx="1073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+mj-lt"/>
              </a:rPr>
              <a:t>Класс</a:t>
            </a:r>
            <a:r>
              <a:rPr lang="ru-RU" dirty="0"/>
              <a:t>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50A096-23A9-1FEC-0E01-EAF346638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30" y="1908545"/>
            <a:ext cx="3950983" cy="37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052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0CB1-FDE3-8193-61CE-ADABC4F07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74D66-35CE-70AA-2A07-2E681CDD8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13" y="23697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Bahnschrift Light SemiCondensed" panose="020B0502040204020203" pitchFamily="34" charset="0"/>
              </a:rPr>
              <a:t>Дочерний класс электронных книг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9A841F9-06CA-EBA9-DB90-372C51196396}"/>
              </a:ext>
            </a:extLst>
          </p:cNvPr>
          <p:cNvCxnSpPr>
            <a:cxnSpLocks/>
          </p:cNvCxnSpPr>
          <p:nvPr/>
        </p:nvCxnSpPr>
        <p:spPr>
          <a:xfrm>
            <a:off x="0" y="1251283"/>
            <a:ext cx="94905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489CC69-36FF-28EA-FA69-80C68A862B5D}"/>
              </a:ext>
            </a:extLst>
          </p:cNvPr>
          <p:cNvSpPr txBox="1"/>
          <p:nvPr/>
        </p:nvSpPr>
        <p:spPr>
          <a:xfrm>
            <a:off x="1351722" y="1803931"/>
            <a:ext cx="1073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+mj-lt"/>
              </a:rPr>
              <a:t>Класс</a:t>
            </a:r>
            <a:r>
              <a:rPr lang="ru-RU" dirty="0"/>
              <a:t>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699685-A5E6-1F82-8360-1EC243F04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149" y="1886899"/>
            <a:ext cx="4890051" cy="281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62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2A9229-7611-466C-BE2C-DFE4BD1D3337}"/>
              </a:ext>
            </a:extLst>
          </p:cNvPr>
          <p:cNvSpPr txBox="1"/>
          <p:nvPr/>
        </p:nvSpPr>
        <p:spPr>
          <a:xfrm>
            <a:off x="959069" y="1781793"/>
            <a:ext cx="52347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0" dirty="0">
                <a:latin typeface="Bahnschrift Light SemiCondensed" panose="020B0502040204020203" pitchFamily="34" charset="0"/>
              </a:rPr>
              <a:t>Спасибо за внимание!</a:t>
            </a:r>
          </a:p>
        </p:txBody>
      </p:sp>
      <p:pic>
        <p:nvPicPr>
          <p:cNvPr id="2" name="Picture 2" descr="Picture background">
            <a:extLst>
              <a:ext uri="{FF2B5EF4-FFF2-40B4-BE49-F238E27FC236}">
                <a16:creationId xmlns:a16="http://schemas.microsoft.com/office/drawing/2014/main" id="{5055D0C9-0DAD-6D57-FF07-A8B330CC4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493" y="1900716"/>
            <a:ext cx="4944457" cy="2746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54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96</Words>
  <Application>Microsoft Office PowerPoint</Application>
  <PresentationFormat>Широкоэкранный</PresentationFormat>
  <Paragraphs>26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Bahnschrift Light SemiCondensed</vt:lpstr>
      <vt:lpstr>Calibri</vt:lpstr>
      <vt:lpstr>Calibri Light</vt:lpstr>
      <vt:lpstr>Times New Roman</vt:lpstr>
      <vt:lpstr>Тема Office</vt:lpstr>
      <vt:lpstr>Проект «Консольное приложение «Библиотека» »</vt:lpstr>
      <vt:lpstr>Состав команды</vt:lpstr>
      <vt:lpstr>Класс людей, дочерний класс Библиотекарь</vt:lpstr>
      <vt:lpstr>Дочерний класс Пользователя</vt:lpstr>
      <vt:lpstr>Класс Литературы, дочерний класс Книг</vt:lpstr>
      <vt:lpstr>Дочерний класс Журналы</vt:lpstr>
      <vt:lpstr>Дочерний класс электронных книг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«Консольное приложение РЖД»</dc:title>
  <dc:creator>Бельских Ольга Игоревна</dc:creator>
  <cp:lastModifiedBy>a aliya</cp:lastModifiedBy>
  <cp:revision>22</cp:revision>
  <dcterms:created xsi:type="dcterms:W3CDTF">2025-10-31T11:42:31Z</dcterms:created>
  <dcterms:modified xsi:type="dcterms:W3CDTF">2025-12-18T08:47:27Z</dcterms:modified>
</cp:coreProperties>
</file>